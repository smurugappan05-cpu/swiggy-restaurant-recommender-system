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F3E162-A4C3-4931-A784-E64726F9970D}" v="16" dt="2025-12-17T10:45:49.4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UGAPPAN Subbumurugappan" userId="e6becd08-3d34-469b-96a3-72e327057b6a" providerId="ADAL" clId="{9ACBE6EB-CC24-4E83-A542-7466078BDD47}"/>
    <pc:docChg chg="undo custSel addSld modSld sldOrd modMainMaster">
      <pc:chgData name="MURUGAPPAN Subbumurugappan" userId="e6becd08-3d34-469b-96a3-72e327057b6a" providerId="ADAL" clId="{9ACBE6EB-CC24-4E83-A542-7466078BDD47}" dt="2025-12-17T10:46:08.440" v="133" actId="1076"/>
      <pc:docMkLst>
        <pc:docMk/>
      </pc:docMkLst>
      <pc:sldChg chg="addSp delSp modSp mod">
        <pc:chgData name="MURUGAPPAN Subbumurugappan" userId="e6becd08-3d34-469b-96a3-72e327057b6a" providerId="ADAL" clId="{9ACBE6EB-CC24-4E83-A542-7466078BDD47}" dt="2025-12-17T10:40:55.506" v="35" actId="14100"/>
        <pc:sldMkLst>
          <pc:docMk/>
          <pc:sldMk cId="2454866069" sldId="256"/>
        </pc:sldMkLst>
        <pc:spChg chg="del">
          <ac:chgData name="MURUGAPPAN Subbumurugappan" userId="e6becd08-3d34-469b-96a3-72e327057b6a" providerId="ADAL" clId="{9ACBE6EB-CC24-4E83-A542-7466078BDD47}" dt="2025-12-17T10:37:17.764" v="6" actId="478"/>
          <ac:spMkLst>
            <pc:docMk/>
            <pc:sldMk cId="2454866069" sldId="256"/>
            <ac:spMk id="2" creationId="{E39A57BF-81BB-3173-C84A-F27EFFE7DDEC}"/>
          </ac:spMkLst>
        </pc:spChg>
        <pc:spChg chg="del">
          <ac:chgData name="MURUGAPPAN Subbumurugappan" userId="e6becd08-3d34-469b-96a3-72e327057b6a" providerId="ADAL" clId="{9ACBE6EB-CC24-4E83-A542-7466078BDD47}" dt="2025-12-17T10:37:15.967" v="5" actId="478"/>
          <ac:spMkLst>
            <pc:docMk/>
            <pc:sldMk cId="2454866069" sldId="256"/>
            <ac:spMk id="3" creationId="{5CB22558-D26A-E15B-62DB-7AF0CD03016E}"/>
          </ac:spMkLst>
        </pc:spChg>
        <pc:spChg chg="add del">
          <ac:chgData name="MURUGAPPAN Subbumurugappan" userId="e6becd08-3d34-469b-96a3-72e327057b6a" providerId="ADAL" clId="{9ACBE6EB-CC24-4E83-A542-7466078BDD47}" dt="2025-12-17T10:37:20.341" v="8" actId="22"/>
          <ac:spMkLst>
            <pc:docMk/>
            <pc:sldMk cId="2454866069" sldId="256"/>
            <ac:spMk id="7" creationId="{F60F611D-472F-F73B-9974-FF106F1C14A4}"/>
          </ac:spMkLst>
        </pc:spChg>
        <pc:picChg chg="add mod">
          <ac:chgData name="MURUGAPPAN Subbumurugappan" userId="e6becd08-3d34-469b-96a3-72e327057b6a" providerId="ADAL" clId="{9ACBE6EB-CC24-4E83-A542-7466078BDD47}" dt="2025-12-17T10:37:13.002" v="4"/>
          <ac:picMkLst>
            <pc:docMk/>
            <pc:sldMk cId="2454866069" sldId="256"/>
            <ac:picMk id="5" creationId="{0D22E518-64A3-3E0C-7D52-50AE573093AA}"/>
          </ac:picMkLst>
        </pc:picChg>
        <pc:picChg chg="add mod">
          <ac:chgData name="MURUGAPPAN Subbumurugappan" userId="e6becd08-3d34-469b-96a3-72e327057b6a" providerId="ADAL" clId="{9ACBE6EB-CC24-4E83-A542-7466078BDD47}" dt="2025-12-17T10:37:52.238" v="11" actId="962"/>
          <ac:picMkLst>
            <pc:docMk/>
            <pc:sldMk cId="2454866069" sldId="256"/>
            <ac:picMk id="9" creationId="{B6032ACF-78E2-ED94-6972-34FC771A37E4}"/>
          </ac:picMkLst>
        </pc:picChg>
        <pc:picChg chg="add mod">
          <ac:chgData name="MURUGAPPAN Subbumurugappan" userId="e6becd08-3d34-469b-96a3-72e327057b6a" providerId="ADAL" clId="{9ACBE6EB-CC24-4E83-A542-7466078BDD47}" dt="2025-12-17T10:40:55.506" v="35" actId="14100"/>
          <ac:picMkLst>
            <pc:docMk/>
            <pc:sldMk cId="2454866069" sldId="256"/>
            <ac:picMk id="11" creationId="{7DD0AFD3-0D38-4143-A551-D8528FDF0B2F}"/>
          </ac:picMkLst>
        </pc:picChg>
      </pc:sldChg>
      <pc:sldChg chg="addSp delSp modSp new mod">
        <pc:chgData name="MURUGAPPAN Subbumurugappan" userId="e6becd08-3d34-469b-96a3-72e327057b6a" providerId="ADAL" clId="{9ACBE6EB-CC24-4E83-A542-7466078BDD47}" dt="2025-12-17T10:41:05.604" v="37" actId="1076"/>
        <pc:sldMkLst>
          <pc:docMk/>
          <pc:sldMk cId="2841978446" sldId="257"/>
        </pc:sldMkLst>
        <pc:spChg chg="del">
          <ac:chgData name="MURUGAPPAN Subbumurugappan" userId="e6becd08-3d34-469b-96a3-72e327057b6a" providerId="ADAL" clId="{9ACBE6EB-CC24-4E83-A542-7466078BDD47}" dt="2025-12-17T10:39:26.547" v="17" actId="478"/>
          <ac:spMkLst>
            <pc:docMk/>
            <pc:sldMk cId="2841978446" sldId="257"/>
            <ac:spMk id="2" creationId="{2A9F1F6D-89C8-1199-62B3-1AA35D508008}"/>
          </ac:spMkLst>
        </pc:spChg>
        <pc:spChg chg="del">
          <ac:chgData name="MURUGAPPAN Subbumurugappan" userId="e6becd08-3d34-469b-96a3-72e327057b6a" providerId="ADAL" clId="{9ACBE6EB-CC24-4E83-A542-7466078BDD47}" dt="2025-12-17T10:39:26.547" v="17" actId="478"/>
          <ac:spMkLst>
            <pc:docMk/>
            <pc:sldMk cId="2841978446" sldId="257"/>
            <ac:spMk id="3" creationId="{E4B2BF02-85D7-ED00-198C-B1B79364FCD9}"/>
          </ac:spMkLst>
        </pc:spChg>
        <pc:picChg chg="add del mod">
          <ac:chgData name="MURUGAPPAN Subbumurugappan" userId="e6becd08-3d34-469b-96a3-72e327057b6a" providerId="ADAL" clId="{9ACBE6EB-CC24-4E83-A542-7466078BDD47}" dt="2025-12-17T10:40:00.556" v="28" actId="478"/>
          <ac:picMkLst>
            <pc:docMk/>
            <pc:sldMk cId="2841978446" sldId="257"/>
            <ac:picMk id="5" creationId="{6F3439D3-970F-2E8A-7BFE-4300ED0D322F}"/>
          </ac:picMkLst>
        </pc:picChg>
        <pc:picChg chg="add mod">
          <ac:chgData name="MURUGAPPAN Subbumurugappan" userId="e6becd08-3d34-469b-96a3-72e327057b6a" providerId="ADAL" clId="{9ACBE6EB-CC24-4E83-A542-7466078BDD47}" dt="2025-12-17T10:40:03.334" v="29" actId="1076"/>
          <ac:picMkLst>
            <pc:docMk/>
            <pc:sldMk cId="2841978446" sldId="257"/>
            <ac:picMk id="7" creationId="{40789671-A37C-6A5C-4231-5F6BD5BEBFB3}"/>
          </ac:picMkLst>
        </pc:picChg>
        <pc:picChg chg="add mod">
          <ac:chgData name="MURUGAPPAN Subbumurugappan" userId="e6becd08-3d34-469b-96a3-72e327057b6a" providerId="ADAL" clId="{9ACBE6EB-CC24-4E83-A542-7466078BDD47}" dt="2025-12-17T10:41:05.604" v="37" actId="1076"/>
          <ac:picMkLst>
            <pc:docMk/>
            <pc:sldMk cId="2841978446" sldId="257"/>
            <ac:picMk id="9" creationId="{2FC6B76D-33B5-5E77-F279-F0704BC476F0}"/>
          </ac:picMkLst>
        </pc:picChg>
      </pc:sldChg>
      <pc:sldChg chg="addSp delSp modSp new mod">
        <pc:chgData name="MURUGAPPAN Subbumurugappan" userId="e6becd08-3d34-469b-96a3-72e327057b6a" providerId="ADAL" clId="{9ACBE6EB-CC24-4E83-A542-7466078BDD47}" dt="2025-12-17T10:42:14.736" v="52" actId="1076"/>
        <pc:sldMkLst>
          <pc:docMk/>
          <pc:sldMk cId="408455552" sldId="258"/>
        </pc:sldMkLst>
        <pc:spChg chg="del">
          <ac:chgData name="MURUGAPPAN Subbumurugappan" userId="e6becd08-3d34-469b-96a3-72e327057b6a" providerId="ADAL" clId="{9ACBE6EB-CC24-4E83-A542-7466078BDD47}" dt="2025-12-17T10:39:30.175" v="18" actId="478"/>
          <ac:spMkLst>
            <pc:docMk/>
            <pc:sldMk cId="408455552" sldId="258"/>
            <ac:spMk id="2" creationId="{857832FF-3B74-3346-BFEB-978B9A093C58}"/>
          </ac:spMkLst>
        </pc:spChg>
        <pc:spChg chg="del">
          <ac:chgData name="MURUGAPPAN Subbumurugappan" userId="e6becd08-3d34-469b-96a3-72e327057b6a" providerId="ADAL" clId="{9ACBE6EB-CC24-4E83-A542-7466078BDD47}" dt="2025-12-17T10:39:30.175" v="18" actId="478"/>
          <ac:spMkLst>
            <pc:docMk/>
            <pc:sldMk cId="408455552" sldId="258"/>
            <ac:spMk id="3" creationId="{E8AA1D51-D545-1D1B-3B2E-927AB1764F24}"/>
          </ac:spMkLst>
        </pc:spChg>
        <pc:picChg chg="add mod">
          <ac:chgData name="MURUGAPPAN Subbumurugappan" userId="e6becd08-3d34-469b-96a3-72e327057b6a" providerId="ADAL" clId="{9ACBE6EB-CC24-4E83-A542-7466078BDD47}" dt="2025-12-17T10:42:11.142" v="51" actId="14100"/>
          <ac:picMkLst>
            <pc:docMk/>
            <pc:sldMk cId="408455552" sldId="258"/>
            <ac:picMk id="5" creationId="{5FCDFC66-657A-4B27-7560-A31266A5258C}"/>
          </ac:picMkLst>
        </pc:picChg>
        <pc:picChg chg="add mod">
          <ac:chgData name="MURUGAPPAN Subbumurugappan" userId="e6becd08-3d34-469b-96a3-72e327057b6a" providerId="ADAL" clId="{9ACBE6EB-CC24-4E83-A542-7466078BDD47}" dt="2025-12-17T10:42:14.736" v="52" actId="1076"/>
          <ac:picMkLst>
            <pc:docMk/>
            <pc:sldMk cId="408455552" sldId="258"/>
            <ac:picMk id="7" creationId="{117F5156-83C0-A104-201D-9381A822602F}"/>
          </ac:picMkLst>
        </pc:picChg>
      </pc:sldChg>
      <pc:sldChg chg="addSp delSp modSp add mod">
        <pc:chgData name="MURUGAPPAN Subbumurugappan" userId="e6becd08-3d34-469b-96a3-72e327057b6a" providerId="ADAL" clId="{9ACBE6EB-CC24-4E83-A542-7466078BDD47}" dt="2025-12-17T10:41:33.535" v="44" actId="1076"/>
        <pc:sldMkLst>
          <pc:docMk/>
          <pc:sldMk cId="3006769454" sldId="259"/>
        </pc:sldMkLst>
        <pc:spChg chg="del">
          <ac:chgData name="MURUGAPPAN Subbumurugappan" userId="e6becd08-3d34-469b-96a3-72e327057b6a" providerId="ADAL" clId="{9ACBE6EB-CC24-4E83-A542-7466078BDD47}" dt="2025-12-17T10:39:32.721" v="19" actId="478"/>
          <ac:spMkLst>
            <pc:docMk/>
            <pc:sldMk cId="3006769454" sldId="259"/>
            <ac:spMk id="2" creationId="{7CA0F611-821F-92E7-057E-EC8FEDD32C2E}"/>
          </ac:spMkLst>
        </pc:spChg>
        <pc:spChg chg="del">
          <ac:chgData name="MURUGAPPAN Subbumurugappan" userId="e6becd08-3d34-469b-96a3-72e327057b6a" providerId="ADAL" clId="{9ACBE6EB-CC24-4E83-A542-7466078BDD47}" dt="2025-12-17T10:39:32.721" v="19" actId="478"/>
          <ac:spMkLst>
            <pc:docMk/>
            <pc:sldMk cId="3006769454" sldId="259"/>
            <ac:spMk id="3" creationId="{B2B5F33C-3C23-9610-29AA-D7218CF59F5E}"/>
          </ac:spMkLst>
        </pc:spChg>
        <pc:picChg chg="add mod">
          <ac:chgData name="MURUGAPPAN Subbumurugappan" userId="e6becd08-3d34-469b-96a3-72e327057b6a" providerId="ADAL" clId="{9ACBE6EB-CC24-4E83-A542-7466078BDD47}" dt="2025-12-17T10:41:22.161" v="42" actId="962"/>
          <ac:picMkLst>
            <pc:docMk/>
            <pc:sldMk cId="3006769454" sldId="259"/>
            <ac:picMk id="5" creationId="{5DB734F6-9D02-6EC1-5145-9CF3556CA4B4}"/>
          </ac:picMkLst>
        </pc:picChg>
        <pc:picChg chg="add mod">
          <ac:chgData name="MURUGAPPAN Subbumurugappan" userId="e6becd08-3d34-469b-96a3-72e327057b6a" providerId="ADAL" clId="{9ACBE6EB-CC24-4E83-A542-7466078BDD47}" dt="2025-12-17T10:41:33.535" v="44" actId="1076"/>
          <ac:picMkLst>
            <pc:docMk/>
            <pc:sldMk cId="3006769454" sldId="259"/>
            <ac:picMk id="7" creationId="{4686D4BD-9CFA-6609-8DA5-771C6B04268B}"/>
          </ac:picMkLst>
        </pc:picChg>
      </pc:sldChg>
      <pc:sldChg chg="addSp delSp modSp add mod">
        <pc:chgData name="MURUGAPPAN Subbumurugappan" userId="e6becd08-3d34-469b-96a3-72e327057b6a" providerId="ADAL" clId="{9ACBE6EB-CC24-4E83-A542-7466078BDD47}" dt="2025-12-17T10:42:32.189" v="55" actId="1076"/>
        <pc:sldMkLst>
          <pc:docMk/>
          <pc:sldMk cId="1283421566" sldId="260"/>
        </pc:sldMkLst>
        <pc:spChg chg="del">
          <ac:chgData name="MURUGAPPAN Subbumurugappan" userId="e6becd08-3d34-469b-96a3-72e327057b6a" providerId="ADAL" clId="{9ACBE6EB-CC24-4E83-A542-7466078BDD47}" dt="2025-12-17T10:39:35.756" v="20" actId="478"/>
          <ac:spMkLst>
            <pc:docMk/>
            <pc:sldMk cId="1283421566" sldId="260"/>
            <ac:spMk id="2" creationId="{B6A15EDA-DD0A-870B-1A04-785FA9611FC3}"/>
          </ac:spMkLst>
        </pc:spChg>
        <pc:spChg chg="del">
          <ac:chgData name="MURUGAPPAN Subbumurugappan" userId="e6becd08-3d34-469b-96a3-72e327057b6a" providerId="ADAL" clId="{9ACBE6EB-CC24-4E83-A542-7466078BDD47}" dt="2025-12-17T10:39:35.756" v="20" actId="478"/>
          <ac:spMkLst>
            <pc:docMk/>
            <pc:sldMk cId="1283421566" sldId="260"/>
            <ac:spMk id="3" creationId="{22AA25D7-2796-681D-9FD3-CA14ACAFAE77}"/>
          </ac:spMkLst>
        </pc:spChg>
        <pc:picChg chg="add mod">
          <ac:chgData name="MURUGAPPAN Subbumurugappan" userId="e6becd08-3d34-469b-96a3-72e327057b6a" providerId="ADAL" clId="{9ACBE6EB-CC24-4E83-A542-7466078BDD47}" dt="2025-12-17T10:42:23.432" v="54" actId="14100"/>
          <ac:picMkLst>
            <pc:docMk/>
            <pc:sldMk cId="1283421566" sldId="260"/>
            <ac:picMk id="5" creationId="{78E5E8B9-0137-7F8A-C66A-F68A621E0202}"/>
          </ac:picMkLst>
        </pc:picChg>
        <pc:picChg chg="add mod">
          <ac:chgData name="MURUGAPPAN Subbumurugappan" userId="e6becd08-3d34-469b-96a3-72e327057b6a" providerId="ADAL" clId="{9ACBE6EB-CC24-4E83-A542-7466078BDD47}" dt="2025-12-17T10:42:32.189" v="55" actId="1076"/>
          <ac:picMkLst>
            <pc:docMk/>
            <pc:sldMk cId="1283421566" sldId="260"/>
            <ac:picMk id="7" creationId="{F43461A6-CE6F-DA8E-28A0-65EFFBC0704A}"/>
          </ac:picMkLst>
        </pc:picChg>
      </pc:sldChg>
      <pc:sldChg chg="addSp delSp modSp new mod ord setBg addAnim delAnim">
        <pc:chgData name="MURUGAPPAN Subbumurugappan" userId="e6becd08-3d34-469b-96a3-72e327057b6a" providerId="ADAL" clId="{9ACBE6EB-CC24-4E83-A542-7466078BDD47}" dt="2025-12-17T10:46:08.440" v="133" actId="1076"/>
        <pc:sldMkLst>
          <pc:docMk/>
          <pc:sldMk cId="3210010504" sldId="261"/>
        </pc:sldMkLst>
        <pc:spChg chg="mod">
          <ac:chgData name="MURUGAPPAN Subbumurugappan" userId="e6becd08-3d34-469b-96a3-72e327057b6a" providerId="ADAL" clId="{9ACBE6EB-CC24-4E83-A542-7466078BDD47}" dt="2025-12-17T10:46:08.440" v="133" actId="1076"/>
          <ac:spMkLst>
            <pc:docMk/>
            <pc:sldMk cId="3210010504" sldId="261"/>
            <ac:spMk id="2" creationId="{42A007A9-563B-E26A-BBB3-CC85468BCA05}"/>
          </ac:spMkLst>
        </pc:spChg>
        <pc:spChg chg="del">
          <ac:chgData name="MURUGAPPAN Subbumurugappan" userId="e6becd08-3d34-469b-96a3-72e327057b6a" providerId="ADAL" clId="{9ACBE6EB-CC24-4E83-A542-7466078BDD47}" dt="2025-12-17T10:43:41.497" v="60" actId="478"/>
          <ac:spMkLst>
            <pc:docMk/>
            <pc:sldMk cId="3210010504" sldId="261"/>
            <ac:spMk id="3" creationId="{EEA55391-0FE5-C855-3829-A5891CE912E8}"/>
          </ac:spMkLst>
        </pc:spChg>
        <pc:spChg chg="add mod">
          <ac:chgData name="MURUGAPPAN Subbumurugappan" userId="e6becd08-3d34-469b-96a3-72e327057b6a" providerId="ADAL" clId="{9ACBE6EB-CC24-4E83-A542-7466078BDD47}" dt="2025-12-17T10:45:36.381" v="128" actId="1076"/>
          <ac:spMkLst>
            <pc:docMk/>
            <pc:sldMk cId="3210010504" sldId="261"/>
            <ac:spMk id="4" creationId="{A224F050-2B34-8B35-620F-913E02C3A41F}"/>
          </ac:spMkLst>
        </pc:spChg>
        <pc:spChg chg="add mod">
          <ac:chgData name="MURUGAPPAN Subbumurugappan" userId="e6becd08-3d34-469b-96a3-72e327057b6a" providerId="ADAL" clId="{9ACBE6EB-CC24-4E83-A542-7466078BDD47}" dt="2025-12-17T10:45:11.013" v="122" actId="26606"/>
          <ac:spMkLst>
            <pc:docMk/>
            <pc:sldMk cId="3210010504" sldId="261"/>
            <ac:spMk id="5" creationId="{23818F45-ED2B-797B-F19A-1FF976816508}"/>
          </ac:spMkLst>
        </pc:spChg>
        <pc:spChg chg="add del">
          <ac:chgData name="MURUGAPPAN Subbumurugappan" userId="e6becd08-3d34-469b-96a3-72e327057b6a" providerId="ADAL" clId="{9ACBE6EB-CC24-4E83-A542-7466078BDD47}" dt="2025-12-17T10:45:10.972" v="121" actId="26606"/>
          <ac:spMkLst>
            <pc:docMk/>
            <pc:sldMk cId="3210010504" sldId="261"/>
            <ac:spMk id="10" creationId="{5BF4DF2C-F028-4921-9C23-41303F650A62}"/>
          </ac:spMkLst>
        </pc:spChg>
        <pc:spChg chg="add del">
          <ac:chgData name="MURUGAPPAN Subbumurugappan" userId="e6becd08-3d34-469b-96a3-72e327057b6a" providerId="ADAL" clId="{9ACBE6EB-CC24-4E83-A542-7466078BDD47}" dt="2025-12-17T10:45:09.296" v="119" actId="26606"/>
          <ac:spMkLst>
            <pc:docMk/>
            <pc:sldMk cId="3210010504" sldId="261"/>
            <ac:spMk id="12" creationId="{A3363022-C969-41E9-8EB2-E4C94908C1FA}"/>
          </ac:spMkLst>
        </pc:spChg>
        <pc:spChg chg="add del">
          <ac:chgData name="MURUGAPPAN Subbumurugappan" userId="e6becd08-3d34-469b-96a3-72e327057b6a" providerId="ADAL" clId="{9ACBE6EB-CC24-4E83-A542-7466078BDD47}" dt="2025-12-17T10:45:09.296" v="119" actId="26606"/>
          <ac:spMkLst>
            <pc:docMk/>
            <pc:sldMk cId="3210010504" sldId="261"/>
            <ac:spMk id="14" creationId="{8D1AD6B3-BE88-4CEB-BA17-790657CC4729}"/>
          </ac:spMkLst>
        </pc:spChg>
        <pc:spChg chg="add del">
          <ac:chgData name="MURUGAPPAN Subbumurugappan" userId="e6becd08-3d34-469b-96a3-72e327057b6a" providerId="ADAL" clId="{9ACBE6EB-CC24-4E83-A542-7466078BDD47}" dt="2025-12-17T10:45:10.972" v="121" actId="26606"/>
          <ac:spMkLst>
            <pc:docMk/>
            <pc:sldMk cId="3210010504" sldId="261"/>
            <ac:spMk id="21" creationId="{158B3569-73B2-4D05-8E95-886A6EE17F1F}"/>
          </ac:spMkLst>
        </pc:spChg>
        <pc:spChg chg="add">
          <ac:chgData name="MURUGAPPAN Subbumurugappan" userId="e6becd08-3d34-469b-96a3-72e327057b6a" providerId="ADAL" clId="{9ACBE6EB-CC24-4E83-A542-7466078BDD47}" dt="2025-12-17T10:45:11.013" v="122" actId="26606"/>
          <ac:spMkLst>
            <pc:docMk/>
            <pc:sldMk cId="3210010504" sldId="261"/>
            <ac:spMk id="27" creationId="{A3363022-C969-41E9-8EB2-E4C94908C1FA}"/>
          </ac:spMkLst>
        </pc:spChg>
        <pc:spChg chg="add">
          <ac:chgData name="MURUGAPPAN Subbumurugappan" userId="e6becd08-3d34-469b-96a3-72e327057b6a" providerId="ADAL" clId="{9ACBE6EB-CC24-4E83-A542-7466078BDD47}" dt="2025-12-17T10:45:11.013" v="122" actId="26606"/>
          <ac:spMkLst>
            <pc:docMk/>
            <pc:sldMk cId="3210010504" sldId="261"/>
            <ac:spMk id="28" creationId="{8D1AD6B3-BE88-4CEB-BA17-790657CC4729}"/>
          </ac:spMkLst>
        </pc:spChg>
        <pc:grpChg chg="add del">
          <ac:chgData name="MURUGAPPAN Subbumurugappan" userId="e6becd08-3d34-469b-96a3-72e327057b6a" providerId="ADAL" clId="{9ACBE6EB-CC24-4E83-A542-7466078BDD47}" dt="2025-12-17T10:45:09.296" v="119" actId="26606"/>
          <ac:grpSpMkLst>
            <pc:docMk/>
            <pc:sldMk cId="3210010504" sldId="261"/>
            <ac:grpSpMk id="16" creationId="{89D1390B-7E13-4B4F-9CB2-391063412E54}"/>
          </ac:grpSpMkLst>
        </pc:grpChg>
        <pc:grpChg chg="add del">
          <ac:chgData name="MURUGAPPAN Subbumurugappan" userId="e6becd08-3d34-469b-96a3-72e327057b6a" providerId="ADAL" clId="{9ACBE6EB-CC24-4E83-A542-7466078BDD47}" dt="2025-12-17T10:45:10.972" v="121" actId="26606"/>
          <ac:grpSpMkLst>
            <pc:docMk/>
            <pc:sldMk cId="3210010504" sldId="261"/>
            <ac:grpSpMk id="23" creationId="{892B7B61-D701-474B-AE8F-EA238B550A78}"/>
          </ac:grpSpMkLst>
        </pc:grpChg>
        <pc:grpChg chg="add">
          <ac:chgData name="MURUGAPPAN Subbumurugappan" userId="e6becd08-3d34-469b-96a3-72e327057b6a" providerId="ADAL" clId="{9ACBE6EB-CC24-4E83-A542-7466078BDD47}" dt="2025-12-17T10:45:11.013" v="122" actId="26606"/>
          <ac:grpSpMkLst>
            <pc:docMk/>
            <pc:sldMk cId="3210010504" sldId="261"/>
            <ac:grpSpMk id="30" creationId="{89D1390B-7E13-4B4F-9CB2-391063412E54}"/>
          </ac:grpSpMkLst>
        </pc:grpChg>
        <pc:picChg chg="add del">
          <ac:chgData name="MURUGAPPAN Subbumurugappan" userId="e6becd08-3d34-469b-96a3-72e327057b6a" providerId="ADAL" clId="{9ACBE6EB-CC24-4E83-A542-7466078BDD47}" dt="2025-12-17T10:45:09.296" v="119" actId="26606"/>
          <ac:picMkLst>
            <pc:docMk/>
            <pc:sldMk cId="3210010504" sldId="261"/>
            <ac:picMk id="9" creationId="{E9BD5C5A-240D-3889-9B7C-7ED15B012477}"/>
          </ac:picMkLst>
        </pc:picChg>
        <pc:picChg chg="add">
          <ac:chgData name="MURUGAPPAN Subbumurugappan" userId="e6becd08-3d34-469b-96a3-72e327057b6a" providerId="ADAL" clId="{9ACBE6EB-CC24-4E83-A542-7466078BDD47}" dt="2025-12-17T10:45:11.013" v="122" actId="26606"/>
          <ac:picMkLst>
            <pc:docMk/>
            <pc:sldMk cId="3210010504" sldId="261"/>
            <ac:picMk id="29" creationId="{E9BD5C5A-240D-3889-9B7C-7ED15B012477}"/>
          </ac:picMkLst>
        </pc:picChg>
        <pc:cxnChg chg="add del">
          <ac:chgData name="MURUGAPPAN Subbumurugappan" userId="e6becd08-3d34-469b-96a3-72e327057b6a" providerId="ADAL" clId="{9ACBE6EB-CC24-4E83-A542-7466078BDD47}" dt="2025-12-17T10:45:10.972" v="121" actId="26606"/>
          <ac:cxnSpMkLst>
            <pc:docMk/>
            <pc:sldMk cId="3210010504" sldId="261"/>
            <ac:cxnSpMk id="22" creationId="{56020367-4FD5-4596-8E10-C5F095CD8DBF}"/>
          </ac:cxnSpMkLst>
        </pc:cxnChg>
      </pc:sldChg>
      <pc:sldMasterChg chg="addSp">
        <pc:chgData name="MURUGAPPAN Subbumurugappan" userId="e6becd08-3d34-469b-96a3-72e327057b6a" providerId="ADAL" clId="{9ACBE6EB-CC24-4E83-A542-7466078BDD47}" dt="2025-12-17T10:38:34.042" v="12"/>
        <pc:sldMasterMkLst>
          <pc:docMk/>
          <pc:sldMasterMk cId="2964298507" sldId="2147483660"/>
        </pc:sldMasterMkLst>
        <pc:spChg chg="add">
          <ac:chgData name="MURUGAPPAN Subbumurugappan" userId="e6becd08-3d34-469b-96a3-72e327057b6a" providerId="ADAL" clId="{9ACBE6EB-CC24-4E83-A542-7466078BDD47}" dt="2025-12-17T10:38:34.042" v="12"/>
          <ac:spMkLst>
            <pc:docMk/>
            <pc:sldMasterMk cId="2964298507" sldId="2147483660"/>
            <ac:spMk id="7" creationId="{DF8215F7-C4D2-66C5-52D1-7CB16C3AC475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151F8-AF58-4813-8988-1F4BFAF99FA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D6468-2EDB-41EB-91ED-4180D34CD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77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151F8-AF58-4813-8988-1F4BFAF99FA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D6468-2EDB-41EB-91ED-4180D34CD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954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151F8-AF58-4813-8988-1F4BFAF99FA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D6468-2EDB-41EB-91ED-4180D34CD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407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151F8-AF58-4813-8988-1F4BFAF99FA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D6468-2EDB-41EB-91ED-4180D34CD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41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151F8-AF58-4813-8988-1F4BFAF99FA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D6468-2EDB-41EB-91ED-4180D34CD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388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151F8-AF58-4813-8988-1F4BFAF99FA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D6468-2EDB-41EB-91ED-4180D34CD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144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151F8-AF58-4813-8988-1F4BFAF99FA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D6468-2EDB-41EB-91ED-4180D34CD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5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151F8-AF58-4813-8988-1F4BFAF99FA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D6468-2EDB-41EB-91ED-4180D34CD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249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151F8-AF58-4813-8988-1F4BFAF99FA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D6468-2EDB-41EB-91ED-4180D34CD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4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151F8-AF58-4813-8988-1F4BFAF99FA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D6468-2EDB-41EB-91ED-4180D34CD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4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151F8-AF58-4813-8988-1F4BFAF99FA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D6468-2EDB-41EB-91ED-4180D34CD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22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89A151F8-AF58-4813-8988-1F4BFAF99FA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95D6468-2EDB-41EB-91ED-4180D34CDFF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8215F7-C4D2-66C5-52D1-7CB16C3AC47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29642985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A007A9-563B-E26A-BBB3-CC85468BC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4587" y="1188981"/>
            <a:ext cx="4805996" cy="25059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Swiggy Restaurant Recommender System</a:t>
            </a:r>
            <a:br>
              <a:rPr lang="en-US" altLang="en-US" sz="2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28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24F050-2B34-8B35-620F-913E02C3A41F}"/>
              </a:ext>
            </a:extLst>
          </p:cNvPr>
          <p:cNvSpPr txBox="1"/>
          <p:nvPr/>
        </p:nvSpPr>
        <p:spPr>
          <a:xfrm>
            <a:off x="6810213" y="5704127"/>
            <a:ext cx="4805691" cy="8388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0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by </a:t>
            </a:r>
            <a:br>
              <a:rPr lang="en-US" sz="20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</a:br>
            <a:r>
              <a:rPr lang="en-US" sz="20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Subbu Murugappan</a:t>
            </a:r>
          </a:p>
        </p:txBody>
      </p:sp>
      <p:pic>
        <p:nvPicPr>
          <p:cNvPr id="29" name="Graphic 28" descr="Fork and knife">
            <a:extLst>
              <a:ext uri="{FF2B5EF4-FFF2-40B4-BE49-F238E27FC236}">
                <a16:creationId xmlns:a16="http://schemas.microsoft.com/office/drawing/2014/main" id="{E9BD5C5A-240D-3889-9B7C-7ED15B012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3818F45-ED2B-797B-F19A-1FF976816508}"/>
              </a:ext>
            </a:extLst>
          </p:cNvPr>
          <p:cNvSpPr txBox="1"/>
          <p:nvPr/>
        </p:nvSpPr>
        <p:spPr>
          <a:xfrm>
            <a:off x="1179576" y="6123543"/>
            <a:ext cx="1559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/>
              <a:t>AIML Propject</a:t>
            </a:r>
          </a:p>
        </p:txBody>
      </p:sp>
    </p:spTree>
    <p:extLst>
      <p:ext uri="{BB962C8B-B14F-4D97-AF65-F5344CB8AC3E}">
        <p14:creationId xmlns:p14="http://schemas.microsoft.com/office/powerpoint/2010/main" val="3210010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diagram of a restaurant recommendation process&#10;&#10;AI-generated content may be incorrect.">
            <a:extLst>
              <a:ext uri="{FF2B5EF4-FFF2-40B4-BE49-F238E27FC236}">
                <a16:creationId xmlns:a16="http://schemas.microsoft.com/office/drawing/2014/main" id="{B6032ACF-78E2-ED94-6972-34FC771A37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350" y="114300"/>
            <a:ext cx="8115300" cy="6629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D0AFD3-0D38-4143-A551-D8528FDF0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0415" y="6124574"/>
            <a:ext cx="2286319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866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process&#10;&#10;AI-generated content may be incorrect.">
            <a:extLst>
              <a:ext uri="{FF2B5EF4-FFF2-40B4-BE49-F238E27FC236}">
                <a16:creationId xmlns:a16="http://schemas.microsoft.com/office/drawing/2014/main" id="{40789671-A37C-6A5C-4231-5F6BD5BEB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512" y="438150"/>
            <a:ext cx="9324975" cy="5543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C6B76D-33B5-5E77-F279-F0704BC47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90" y="5491094"/>
            <a:ext cx="2286319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978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enu screen with text and images&#10;&#10;AI-generated content may be incorrect.">
            <a:extLst>
              <a:ext uri="{FF2B5EF4-FFF2-40B4-BE49-F238E27FC236}">
                <a16:creationId xmlns:a16="http://schemas.microsoft.com/office/drawing/2014/main" id="{5FCDFC66-657A-4B27-7560-A31266A52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315" y="464030"/>
            <a:ext cx="7372509" cy="57227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7F5156-83C0-A104-201D-9381A8226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965" y="5205614"/>
            <a:ext cx="2286319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55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1E4AD-0525-0242-C9D1-9671AB72A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restaurant application&#10;&#10;AI-generated content may be incorrect.">
            <a:extLst>
              <a:ext uri="{FF2B5EF4-FFF2-40B4-BE49-F238E27FC236}">
                <a16:creationId xmlns:a16="http://schemas.microsoft.com/office/drawing/2014/main" id="{5DB734F6-9D02-6EC1-5145-9CF3556CA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650" y="862012"/>
            <a:ext cx="7886700" cy="5133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86D4BD-9CFA-6609-8DA5-771C6B042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611" y="5572103"/>
            <a:ext cx="1533739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769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84ADC-A9A6-FAFF-D409-AAC6AC526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8E5E8B9-0137-7F8A-C66A-F68A621E02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475" y="698659"/>
            <a:ext cx="8353425" cy="54297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3461A6-CE6F-DA8E-28A0-65EFFBC07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5154" y="5710221"/>
            <a:ext cx="1581371" cy="23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421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Metadata/LabelInfo.xml><?xml version="1.0" encoding="utf-8"?>
<clbl:labelList xmlns:clbl="http://schemas.microsoft.com/office/2020/mipLabelMetadata">
  <clbl:label id="{fd1c0902-ed92-4fed-896d-2e7725de02d4}" enabled="1" method="Standard" siteId="{d6b0bbee-7cd9-4d60-bce6-4a67b543e2a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11</Words>
  <Application>Microsoft Office PowerPoint</Application>
  <PresentationFormat>Widescreen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Swiggy Restaurant Recommender System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MURUGAPPAN Subbumurugappan</dc:creator>
  <cp:lastModifiedBy>MURUGAPPAN Subbumurugappan</cp:lastModifiedBy>
  <cp:revision>1</cp:revision>
  <dcterms:created xsi:type="dcterms:W3CDTF">2025-12-17T10:35:48Z</dcterms:created>
  <dcterms:modified xsi:type="dcterms:W3CDTF">2025-12-17T10:46:11Z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Confidential C</vt:lpwstr>
  </property>
</Properties>
</file>